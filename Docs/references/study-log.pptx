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80F18-09CD-FB67-0A59-BBDB284B5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3387B3-BBC6-9E3A-C63B-2812CE5F4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65CAD9-51C5-44BC-E687-62BAFE45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C1B23-28BE-0A19-D0A6-3436937E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308973-5FC0-040E-A43C-19D88F15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24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CDA5-BB4F-426D-E332-CCF84C38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33EC4-FDC6-6C3F-483D-87D78071D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34F86-726D-E78B-A093-25D4ED62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49730-E9D7-F8C6-C70C-FE9EDF47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EA324-FC9C-4BA2-171D-F13B3330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47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99027-2273-FF84-C163-8394017B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6DFF8A-8B07-A577-6ED0-447F1388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EA69CD-EF8E-1C81-F2E4-EE5C7923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ECDF6-6906-8745-8292-6E31ACE8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DEF82-B50C-FB28-B320-59AF5C84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71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576C2-C02D-25B5-5EFB-F6A82F2D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B7F1C-BDAC-1B09-ACF8-089824CB9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423311-C2FE-EAC6-0795-3B31241A5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A4257E-8159-0651-BD2C-F1202ABA2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91801C-876F-540E-89C8-18FC953A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5ECEB9-1086-182B-832C-A3292837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62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1D118-414B-CC3C-B337-D49DCD70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F52722-A2FE-B373-F72A-3A5EA5B79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4661FC-4638-3BC0-DC3A-A56E3CC81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C59599-F87A-1BB1-AB9B-BF720EC13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08FE0F-EF59-3FCB-05D7-8AF99B519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37356D-FC20-E60B-C041-0673C89B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48009D-B504-1A91-EFD4-5BF11AD0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3799BC-0CAA-E152-429E-84B267E1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24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04CC9-E9EC-F970-78A0-AE588620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909175-A566-D868-6596-81D78601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0CC602-C2DA-9330-3A5C-B1281C76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866BC2-32D4-6507-27DD-1BD0C3BF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97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BF33D0-F02A-2EDB-5A5D-393A86C5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B1D32E-CC07-AA26-87FD-8FAE08D6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315AC-C260-0CC4-74BA-7A7BFF1A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99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3A3EF-1AA7-6106-FD4E-C25AACD8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5D03D-2D3A-373D-5A9F-AE78D4BFF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A8B74-E2A7-1C9A-001F-94E5B5721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B3C3B2-1606-448B-54B8-96DE5D3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62C34F-038D-B91D-04CE-DBB500C5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D193FD-A5E1-BEE3-0F1E-FC64E709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636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1D42A-91D5-B34A-EED5-AC624AD0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C3277A-0CEC-7497-838B-94B048D9B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E61E1B-1C08-E107-61C8-ED9B3266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2BEF8A-7991-6D8A-4AF7-9CA00DE2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351D6C-F200-4974-04BE-25E57871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CB50C3-61D3-28FB-DDD2-DC7E968C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79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40DD3-4145-4FEF-F2B6-3EF9AA46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97799E-9F11-6665-F055-C1BA01FB4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1403F3-CBDD-CDF0-412A-667C3B7E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29790-60B9-7370-ED52-35DBC168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2773A9-FD2E-C00C-A2BB-EF5D99EB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97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DE2F27-4125-51D3-15A7-BCF6B878A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7B72BD-1012-882C-C816-BA7D45FB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E0987-0756-D7BA-6D8D-7863C367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9A728-382E-AF84-F988-BB491168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92703-2B58-4C52-07A3-0AA1A344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52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649B80-D13E-9635-D313-653285B6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9C6F23-C1E5-0D21-4BDC-4E6A59D3E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20A90D-1CEC-3C00-6C82-84D1B9570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F3E93-499A-4062-8954-AD8665F8DD5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C2DC2A-377D-03D6-B6BE-B3C3545C6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F01C7-4DA8-9740-9E7C-95A6AB03B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3F7D7-2EEF-42C8-9134-7C684E135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43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4F188-5889-BD60-8CFD-665B9831B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90646" y="0"/>
            <a:ext cx="2360482" cy="616348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4.3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78450B-CF66-86AF-DFFF-545B82F0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" y="1472277"/>
            <a:ext cx="6013498" cy="108890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暴露核心模块</a:t>
            </a:r>
            <a:r>
              <a:rPr lang="en-US" altLang="zh-CN" sz="1800" dirty="0"/>
              <a:t>,</a:t>
            </a:r>
            <a:r>
              <a:rPr lang="zh-CN" altLang="en-US" sz="1800" dirty="0"/>
              <a:t>写</a:t>
            </a:r>
            <a:r>
              <a:rPr lang="en-US" altLang="zh-CN" sz="1800" dirty="0" err="1"/>
              <a:t>build.cs</a:t>
            </a:r>
            <a:r>
              <a:rPr lang="zh-CN" altLang="en-US" sz="1800" dirty="0"/>
              <a:t>，学习</a:t>
            </a:r>
            <a:r>
              <a:rPr lang="en-US" altLang="zh-CN" sz="1800" dirty="0" err="1"/>
              <a:t>DataRegister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2537FE-DCAE-FC6B-377C-4C9109225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70" y="1868333"/>
            <a:ext cx="4386263" cy="2590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197AE5-43AC-A37C-20EA-A1C2ED3AA5A5}"/>
              </a:ext>
            </a:extLst>
          </p:cNvPr>
          <p:cNvSpPr txBox="1"/>
          <p:nvPr/>
        </p:nvSpPr>
        <p:spPr>
          <a:xfrm>
            <a:off x="1020417" y="5088835"/>
            <a:ext cx="3359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新建</a:t>
            </a:r>
            <a:r>
              <a:rPr lang="en-US" altLang="zh-CN" dirty="0" err="1"/>
              <a:t>GameMode</a:t>
            </a:r>
            <a:r>
              <a:rPr lang="en-US" altLang="zh-CN" dirty="0"/>
              <a:t> &amp; </a:t>
            </a:r>
            <a:r>
              <a:rPr lang="en-US" altLang="zh-CN" dirty="0" err="1"/>
              <a:t>GameState</a:t>
            </a:r>
            <a:r>
              <a:rPr lang="en-US" altLang="zh-CN" dirty="0"/>
              <a:t> </a:t>
            </a:r>
            <a:r>
              <a:rPr lang="en-US" altLang="zh-CN" dirty="0" err="1"/>
              <a:t>PlayerState</a:t>
            </a:r>
            <a:r>
              <a:rPr lang="en-US" altLang="zh-CN" dirty="0"/>
              <a:t> Character </a:t>
            </a:r>
            <a:r>
              <a:rPr lang="en-US" altLang="zh-CN" dirty="0" err="1"/>
              <a:t>AttributeSet</a:t>
            </a:r>
            <a:r>
              <a:rPr lang="en-US" altLang="zh-CN" dirty="0"/>
              <a:t> </a:t>
            </a:r>
            <a:r>
              <a:rPr lang="zh-CN" altLang="en-US" dirty="0"/>
              <a:t>改</a:t>
            </a:r>
            <a:r>
              <a:rPr lang="en-US" altLang="zh-CN" dirty="0"/>
              <a:t>DefaultEngine.ini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6D57E1-4DCC-5F44-E05E-7798D3BC2914}"/>
              </a:ext>
            </a:extLst>
          </p:cNvPr>
          <p:cNvSpPr txBox="1"/>
          <p:nvPr/>
        </p:nvSpPr>
        <p:spPr>
          <a:xfrm>
            <a:off x="6546574" y="708991"/>
            <a:ext cx="274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写</a:t>
            </a:r>
            <a:r>
              <a:rPr lang="en-US" altLang="zh-CN" dirty="0" err="1"/>
              <a:t>AssetManager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F98F52-35DE-F38C-8D0B-A138732772E9}"/>
              </a:ext>
            </a:extLst>
          </p:cNvPr>
          <p:cNvSpPr txBox="1"/>
          <p:nvPr/>
        </p:nvSpPr>
        <p:spPr>
          <a:xfrm>
            <a:off x="6685722" y="2418522"/>
            <a:ext cx="2193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构思框架</a:t>
            </a:r>
            <a:r>
              <a:rPr lang="en-US" altLang="zh-CN" dirty="0"/>
              <a:t>,</a:t>
            </a:r>
            <a:r>
              <a:rPr lang="zh-CN" altLang="en-US" dirty="0"/>
              <a:t>游玩吸血鬼幸存者</a:t>
            </a:r>
          </a:p>
        </p:txBody>
      </p:sp>
    </p:spTree>
    <p:extLst>
      <p:ext uri="{BB962C8B-B14F-4D97-AF65-F5344CB8AC3E}">
        <p14:creationId xmlns:p14="http://schemas.microsoft.com/office/powerpoint/2010/main" val="82934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20440-ED8A-47F6-E934-EF781F80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BFFF33-0209-D817-C09C-BE41FD07A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搭好框架</a:t>
            </a:r>
            <a:br>
              <a:rPr lang="en-US" altLang="zh-CN" dirty="0"/>
            </a:br>
            <a:r>
              <a:rPr lang="zh-CN" altLang="en-US" dirty="0"/>
              <a:t>写</a:t>
            </a:r>
            <a:r>
              <a:rPr lang="en-US" altLang="zh-CN" dirty="0" err="1"/>
              <a:t>SRCharacter</a:t>
            </a:r>
            <a:br>
              <a:rPr lang="en-US" altLang="zh-CN" dirty="0"/>
            </a:br>
            <a:r>
              <a:rPr lang="zh-CN" altLang="en-US" dirty="0"/>
              <a:t>建一个角色让他可以像俯视角</a:t>
            </a:r>
            <a:r>
              <a:rPr lang="en-US" altLang="zh-CN" dirty="0"/>
              <a:t>2d</a:t>
            </a:r>
            <a:r>
              <a:rPr lang="zh-CN" altLang="en-US" dirty="0"/>
              <a:t>游戏那样移动</a:t>
            </a:r>
            <a:endParaRPr lang="en-US" altLang="zh-CN" dirty="0"/>
          </a:p>
          <a:p>
            <a:r>
              <a:rPr lang="zh-CN" altLang="en-US" dirty="0"/>
              <a:t>写</a:t>
            </a:r>
            <a:r>
              <a:rPr lang="en-US" altLang="zh-CN" dirty="0" err="1"/>
              <a:t>AttributeSet</a:t>
            </a:r>
            <a:endParaRPr lang="en-US" altLang="zh-CN" dirty="0"/>
          </a:p>
          <a:p>
            <a:r>
              <a:rPr lang="zh-CN" altLang="en-US" dirty="0"/>
              <a:t>搞个带网络同步的</a:t>
            </a:r>
            <a:r>
              <a:rPr lang="en-US" altLang="zh-CN" dirty="0" err="1"/>
              <a:t>ui</a:t>
            </a:r>
            <a:r>
              <a:rPr lang="zh-CN" altLang="en-US" dirty="0"/>
              <a:t>出来</a:t>
            </a:r>
            <a:r>
              <a:rPr lang="en-US" altLang="zh-CN" dirty="0"/>
              <a:t>(</a:t>
            </a:r>
            <a:r>
              <a:rPr lang="zh-CN" altLang="en-US" dirty="0"/>
              <a:t>爆炸了</a:t>
            </a:r>
            <a:r>
              <a:rPr lang="en-US" altLang="zh-CN" dirty="0"/>
              <a:t>,</a:t>
            </a:r>
            <a:r>
              <a:rPr lang="zh-CN" altLang="en-US" dirty="0"/>
              <a:t>有</a:t>
            </a:r>
            <a:r>
              <a:rPr lang="en-US" altLang="zh-CN" dirty="0"/>
              <a:t>bug)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027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75268-B34A-8A42-630D-13D5CF6C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4AA8B4-D1A8-6C47-919A-F4EB4279E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</a:t>
            </a:r>
            <a:r>
              <a:rPr lang="en-US" altLang="zh-CN" dirty="0"/>
              <a:t>Bug,</a:t>
            </a:r>
            <a:r>
              <a:rPr lang="zh-CN" altLang="en-US" dirty="0"/>
              <a:t>带有网络同步的</a:t>
            </a:r>
            <a:r>
              <a:rPr lang="en-US" altLang="zh-CN" dirty="0"/>
              <a:t>UI</a:t>
            </a:r>
            <a:r>
              <a:rPr lang="zh-CN" altLang="en-US" dirty="0"/>
              <a:t>挂上去了</a:t>
            </a:r>
            <a:endParaRPr lang="en-US" altLang="zh-CN" dirty="0"/>
          </a:p>
          <a:p>
            <a:r>
              <a:rPr lang="zh-CN" altLang="en-US" dirty="0"/>
              <a:t>开始写带联机同步的小怪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建立一个“低内存、高网络优先级、逻辑极简”的单位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同屏海量的寻路逻辑 </a:t>
            </a:r>
            <a:r>
              <a:rPr lang="en-US" altLang="zh-CN" dirty="0"/>
              <a:t>(Performant Swarm Movement)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碰撞与跨界伤害投递 </a:t>
            </a:r>
            <a:r>
              <a:rPr lang="en-US" altLang="zh-CN" dirty="0"/>
              <a:t>(Overlap to GAS)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创建</a:t>
            </a:r>
            <a:r>
              <a:rPr lang="en-US" altLang="zh-CN" dirty="0" err="1"/>
              <a:t>GE_MobTouchDamage</a:t>
            </a:r>
            <a:endParaRPr lang="en-US" altLang="zh-CN" dirty="0"/>
          </a:p>
          <a:p>
            <a:r>
              <a:rPr lang="en-US" altLang="zh-CN" dirty="0"/>
              <a:t>Bug:</a:t>
            </a:r>
            <a:r>
              <a:rPr lang="zh-CN" altLang="en-US" dirty="0"/>
              <a:t>小怪没有面向玩家</a:t>
            </a:r>
            <a:r>
              <a:rPr lang="en-US" altLang="zh-CN" dirty="0"/>
              <a:t>,</a:t>
            </a:r>
            <a:r>
              <a:rPr lang="zh-CN" altLang="en-US" dirty="0"/>
              <a:t>小怪之间没有群落排斥</a:t>
            </a:r>
            <a:br>
              <a:rPr lang="en-US" altLang="zh-CN" dirty="0"/>
            </a:b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6995A1-8B09-140E-759E-256C65D13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765" y="195658"/>
            <a:ext cx="3554067" cy="23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4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FCB4C-5B97-9BDD-D3B1-D9618BD8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3F7B2A-FD16-E6D1-C08F-7589D6722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修昨天的</a:t>
            </a:r>
            <a:r>
              <a:rPr lang="en-US" altLang="zh-CN" dirty="0"/>
              <a:t>Bug</a:t>
            </a:r>
          </a:p>
          <a:p>
            <a:r>
              <a:rPr lang="zh-CN" altLang="en-US" dirty="0"/>
              <a:t>小怪有了群落排斥</a:t>
            </a:r>
            <a:r>
              <a:rPr lang="en-US" altLang="zh-CN" dirty="0"/>
              <a:t>,</a:t>
            </a:r>
            <a:r>
              <a:rPr lang="zh-CN" altLang="en-US" dirty="0"/>
              <a:t>并且期间会一直面向玩家</a:t>
            </a:r>
            <a:endParaRPr lang="en-US" altLang="zh-CN" dirty="0"/>
          </a:p>
          <a:p>
            <a:r>
              <a:rPr lang="zh-CN" altLang="en-US" dirty="0"/>
              <a:t>弄弄简历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3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6D948-0C3D-31D0-D32C-9828B053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B9084A-7166-019C-4899-A566192E6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考虑到后续联机和数千只怪物同屏的问题</a:t>
            </a:r>
            <a:r>
              <a:rPr lang="en-US" altLang="zh-CN" dirty="0"/>
              <a:t>,</a:t>
            </a:r>
            <a:r>
              <a:rPr lang="zh-CN" altLang="en-US" dirty="0"/>
              <a:t>小怪部分必须要推倒重来</a:t>
            </a:r>
            <a:r>
              <a:rPr lang="en-US" altLang="zh-CN" dirty="0"/>
              <a:t>(</a:t>
            </a:r>
            <a:r>
              <a:rPr lang="zh-CN" altLang="en-US" dirty="0"/>
              <a:t>可能要用</a:t>
            </a:r>
            <a:r>
              <a:rPr lang="en-US" altLang="zh-CN" dirty="0"/>
              <a:t>Manager </a:t>
            </a:r>
            <a:r>
              <a:rPr lang="zh-CN" altLang="en-US" dirty="0"/>
              <a:t>集中渲染 </a:t>
            </a:r>
            <a:r>
              <a:rPr lang="en-US" altLang="zh-CN" dirty="0"/>
              <a:t>+ </a:t>
            </a:r>
            <a:r>
              <a:rPr lang="zh-CN" altLang="en-US" dirty="0"/>
              <a:t>伪造网络同步 </a:t>
            </a:r>
            <a:r>
              <a:rPr lang="en-US" altLang="zh-CN" dirty="0"/>
              <a:t>),</a:t>
            </a:r>
            <a:r>
              <a:rPr lang="zh-CN" altLang="en-US" dirty="0"/>
              <a:t>但是精英怪和</a:t>
            </a:r>
            <a:r>
              <a:rPr lang="en-US" altLang="zh-CN" dirty="0"/>
              <a:t>Boss</a:t>
            </a:r>
            <a:r>
              <a:rPr lang="zh-CN" altLang="en-US" dirty="0"/>
              <a:t>部分可以继续使用</a:t>
            </a:r>
            <a:r>
              <a:rPr lang="en-US" altLang="zh-CN" dirty="0" err="1"/>
              <a:t>SREnemyBase</a:t>
            </a:r>
            <a:endParaRPr lang="en-US" altLang="zh-CN" dirty="0"/>
          </a:p>
          <a:p>
            <a:r>
              <a:rPr lang="zh-CN" altLang="en-US" dirty="0"/>
              <a:t>为后续的攻击</a:t>
            </a:r>
            <a:r>
              <a:rPr lang="en-US" altLang="zh-CN" dirty="0"/>
              <a:t>GA</a:t>
            </a:r>
            <a:r>
              <a:rPr lang="zh-CN" altLang="en-US" dirty="0"/>
              <a:t>搭好架子</a:t>
            </a:r>
            <a:r>
              <a:rPr lang="en-US" altLang="zh-CN"/>
              <a:t>,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3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35705-3722-B388-D6E4-E905ECE8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95B4A-B1F7-8D2F-D59F-BA2765110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  <a:r>
              <a:rPr lang="en-US" altLang="zh-CN" dirty="0" err="1"/>
              <a:t>GA_Melee</a:t>
            </a:r>
            <a:endParaRPr lang="en-US" altLang="zh-CN" dirty="0"/>
          </a:p>
          <a:p>
            <a:r>
              <a:rPr lang="zh-CN" altLang="en-US" dirty="0"/>
              <a:t>小怪扣血</a:t>
            </a:r>
            <a:endParaRPr lang="en-US" altLang="zh-CN" dirty="0"/>
          </a:p>
          <a:p>
            <a:r>
              <a:rPr lang="zh-CN" altLang="en-US" dirty="0"/>
              <a:t>小怪死亡</a:t>
            </a:r>
            <a:endParaRPr lang="en-US" altLang="zh-CN" dirty="0"/>
          </a:p>
          <a:p>
            <a:r>
              <a:rPr lang="zh-CN" altLang="en-US"/>
              <a:t>准备写怪物死亡掉落物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956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BA7CE-24FA-0F7A-1958-0FD50465B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9CB92B-C946-93D5-3796-AA30F4252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开始做小怪死亡掉落物</a:t>
            </a:r>
            <a:endParaRPr lang="en-US" altLang="zh-CN" dirty="0"/>
          </a:p>
          <a:p>
            <a:r>
              <a:rPr lang="zh-CN" altLang="en-US" dirty="0"/>
              <a:t>测试是否真的兼容联机了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 err="1"/>
              <a:t>EnemyBase</a:t>
            </a:r>
            <a:r>
              <a:rPr lang="zh-CN" altLang="en-US" dirty="0"/>
              <a:t>移植一个获取玩家列表再找到最近玩家的函数到</a:t>
            </a:r>
            <a:r>
              <a:rPr lang="en-US" altLang="zh-CN" dirty="0" err="1"/>
              <a:t>SRExpGem</a:t>
            </a:r>
            <a:r>
              <a:rPr lang="zh-CN" altLang="en-US" dirty="0"/>
              <a:t>当中（修好了另一个玩家无法正常吸收经验</a:t>
            </a:r>
            <a:r>
              <a:rPr lang="en-US" altLang="zh-CN"/>
              <a:t>bug</a:t>
            </a:r>
            <a:r>
              <a:rPr lang="zh-CN" altLang="en-US"/>
              <a:t>）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尝试做升级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F0A170-BC06-1225-4B9A-CF5EF9B5F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53" y="0"/>
            <a:ext cx="5818947" cy="419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5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E151A-1CC2-CCF9-800E-6CE94F5C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9438D7-5988-EC33-2012-A14F83F0B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制作升级功能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6595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2ADE9-08BC-2327-4902-E5E72841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4.27-28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9E331-1F67-719D-9CAE-65053B5FE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学习</a:t>
            </a:r>
            <a:r>
              <a:rPr lang="en-US" altLang="zh-CN" dirty="0"/>
              <a:t>RPC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642218-7863-D9CD-C132-C90567F0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093" y="365125"/>
            <a:ext cx="5913510" cy="279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1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D038F-07BA-11DF-0ED6-9885BF97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5.7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F9D349-51A2-7420-FB21-5F0F44CFA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985" y="304006"/>
            <a:ext cx="5373947" cy="28963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C4E2FC-D467-2381-A2E8-1A9215C45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099" y="3599041"/>
            <a:ext cx="73628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8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322A7-DEF9-68AD-CFD9-65F2EBEC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9883C-163B-AD4C-B36A-0212791CE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尝试进行随机抽取机制的前置铺设</a:t>
            </a:r>
            <a:endParaRPr lang="en-US" altLang="zh-CN" dirty="0"/>
          </a:p>
          <a:p>
            <a:r>
              <a:rPr lang="zh-CN" altLang="en-US" dirty="0"/>
              <a:t>创建一个升级数据字典</a:t>
            </a:r>
            <a:r>
              <a:rPr lang="en-US" altLang="zh-CN" dirty="0" err="1"/>
              <a:t>SRUpgradeTypes.h</a:t>
            </a:r>
            <a:endParaRPr lang="en-US" altLang="zh-CN" dirty="0"/>
          </a:p>
          <a:p>
            <a:r>
              <a:rPr lang="zh-CN" altLang="en-US" dirty="0"/>
              <a:t>作为后续联机逻辑的桥梁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00CE2B-5214-1645-CC3B-3D46FE025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853" y="230188"/>
            <a:ext cx="5932459" cy="13548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7ABAB8-7290-FCDA-6DCC-3754ECB99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36" y="3686913"/>
            <a:ext cx="82296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07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246D9-3A9E-C5CB-5EF8-0EA223B0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0DB77-3599-7BA1-79BC-71144C5E3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修</a:t>
            </a:r>
            <a:r>
              <a:rPr lang="en-US" altLang="zh-CN" dirty="0"/>
              <a:t>bug </a:t>
            </a:r>
            <a:r>
              <a:rPr lang="zh-CN" altLang="en-US" dirty="0"/>
              <a:t>将结构体塞到</a:t>
            </a:r>
            <a:r>
              <a:rPr lang="en-US" altLang="zh-CN" dirty="0" err="1"/>
              <a:t>SRPlayerController</a:t>
            </a:r>
            <a:r>
              <a:rPr lang="zh-CN" altLang="en-US" dirty="0"/>
              <a:t>里面</a:t>
            </a:r>
            <a:endParaRPr lang="en-US" altLang="zh-CN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5364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DB838-6001-49E4-D1EE-65414342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FA2D1-130B-879C-97D8-7FC15D5B1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把之前的项目传到</a:t>
            </a:r>
            <a:r>
              <a:rPr lang="en-US" altLang="zh-CN" dirty="0"/>
              <a:t>git</a:t>
            </a:r>
            <a:r>
              <a:rPr lang="zh-CN" altLang="en-US" dirty="0"/>
              <a:t>仓库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引用的包体太大</a:t>
            </a:r>
            <a:endParaRPr lang="en-US" altLang="zh-CN" dirty="0"/>
          </a:p>
          <a:p>
            <a:r>
              <a:rPr lang="zh-CN" altLang="en-US" dirty="0"/>
              <a:t>失败了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632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1C305-C04A-A50B-EBDA-688E36B8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3CDCBF-A0E1-E56F-F2C6-BA637708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随机抽取算法实现</a:t>
            </a:r>
          </a:p>
        </p:txBody>
      </p:sp>
    </p:spTree>
    <p:extLst>
      <p:ext uri="{BB962C8B-B14F-4D97-AF65-F5344CB8AC3E}">
        <p14:creationId xmlns:p14="http://schemas.microsoft.com/office/powerpoint/2010/main" val="2199960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BD36D-CF78-945F-D955-DDF4BC10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12C42E-E702-2A98-80F2-2150A3042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制作</a:t>
            </a:r>
            <a:r>
              <a:rPr lang="en-US" altLang="zh-CN" dirty="0"/>
              <a:t>UI</a:t>
            </a:r>
          </a:p>
          <a:p>
            <a:r>
              <a:rPr lang="zh-CN" altLang="en-US"/>
              <a:t>但是还没做完</a:t>
            </a:r>
          </a:p>
        </p:txBody>
      </p:sp>
    </p:spTree>
    <p:extLst>
      <p:ext uri="{BB962C8B-B14F-4D97-AF65-F5344CB8AC3E}">
        <p14:creationId xmlns:p14="http://schemas.microsoft.com/office/powerpoint/2010/main" val="1796692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E2A759-B301-F0BE-B4D6-DBBBF8C3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82038-137C-8E1E-D68D-CA1BD213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修复</a:t>
            </a:r>
            <a:r>
              <a:rPr lang="en-US" altLang="zh-CN" dirty="0"/>
              <a:t>UI</a:t>
            </a:r>
          </a:p>
          <a:p>
            <a:r>
              <a:rPr lang="zh-CN" altLang="en-US" dirty="0"/>
              <a:t>解决旧升级面板被顶掉的问题</a:t>
            </a:r>
            <a:endParaRPr lang="en-US" altLang="zh-CN" dirty="0"/>
          </a:p>
          <a:p>
            <a:r>
              <a:rPr lang="zh-CN" altLang="en-US"/>
              <a:t>尝试写排队机制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126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C03B6-4A98-484C-8E9E-E0EAFC24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663F0-C78B-1E2D-1F62-29E01304E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继续尝试写队列机制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215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EB67C-2F98-DB75-44F2-1631D414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4086D-359A-CE0A-C86A-1EB65A7FF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</a:t>
            </a:r>
            <a:r>
              <a:rPr lang="en-US" altLang="zh-CN" dirty="0"/>
              <a:t>RPC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838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7DB28-83F2-DEA9-985D-D55E10B0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086DFB-D8F6-19CD-DFEC-C31438E4D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</a:t>
            </a:r>
            <a:r>
              <a:rPr lang="en-US" altLang="zh-CN" dirty="0"/>
              <a:t>RPC</a:t>
            </a:r>
            <a:r>
              <a:rPr lang="zh-CN" altLang="en-US" dirty="0"/>
              <a:t>的</a:t>
            </a:r>
            <a:r>
              <a:rPr lang="en-US" altLang="zh-CN" dirty="0"/>
              <a:t>bug</a:t>
            </a:r>
          </a:p>
          <a:p>
            <a:r>
              <a:rPr lang="zh-CN" altLang="en-US" dirty="0"/>
              <a:t>准备迎接</a:t>
            </a:r>
            <a:r>
              <a:rPr lang="en-US" altLang="zh-CN" dirty="0"/>
              <a:t>ue6</a:t>
            </a:r>
          </a:p>
          <a:p>
            <a:r>
              <a:rPr lang="zh-CN" altLang="en-US" dirty="0"/>
              <a:t>重新设计一下 让经验共享</a:t>
            </a:r>
            <a:r>
              <a:rPr lang="en-US" altLang="zh-CN" dirty="0"/>
              <a:t>,</a:t>
            </a:r>
            <a:r>
              <a:rPr lang="zh-CN" altLang="en-US" dirty="0"/>
              <a:t>共同升级选装备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 err="1"/>
              <a:t>ue</a:t>
            </a:r>
            <a:r>
              <a:rPr lang="zh-CN" altLang="en-US" dirty="0"/>
              <a:t>中能让全服务器所有人同时看到、且绝对同步的地方，只有 </a:t>
            </a:r>
            <a:r>
              <a:rPr lang="en-US" altLang="zh-CN" b="1" dirty="0" err="1"/>
              <a:t>GameState</a:t>
            </a:r>
            <a:r>
              <a:rPr lang="zh-CN" altLang="en-US" b="1" dirty="0"/>
              <a:t>（游戏状态）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29264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AA34F-3065-6547-764A-83B2ABA9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2190B-20B4-73EB-5E5A-D653F4E15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想办法改框架</a:t>
            </a:r>
            <a:r>
              <a:rPr lang="en-US" altLang="zh-CN" dirty="0"/>
              <a:t>,</a:t>
            </a:r>
            <a:r>
              <a:rPr lang="zh-CN" altLang="en-US" dirty="0"/>
              <a:t>把原来的几个升级卡片填上数值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476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CEF1D-7852-06D9-43FF-2080F6B7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4CCA06-999F-A6FA-C199-2562B6A10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理解项目 回忆之前做过的逻辑</a:t>
            </a:r>
            <a:endParaRPr lang="en-US" altLang="zh-CN" dirty="0"/>
          </a:p>
          <a:p>
            <a:r>
              <a:rPr lang="zh-CN" altLang="en-US" dirty="0"/>
              <a:t>给</a:t>
            </a:r>
            <a:r>
              <a:rPr lang="en-US" altLang="zh-CN" dirty="0" err="1"/>
              <a:t>GA_Melee</a:t>
            </a:r>
            <a:r>
              <a:rPr lang="zh-CN" altLang="en-US" dirty="0"/>
              <a:t>加点特效</a:t>
            </a:r>
            <a:endParaRPr lang="en-US" altLang="zh-CN" dirty="0"/>
          </a:p>
          <a:p>
            <a:r>
              <a:rPr lang="zh-CN" altLang="en-US" dirty="0"/>
              <a:t>学习怎么去搓材质</a:t>
            </a:r>
          </a:p>
        </p:txBody>
      </p:sp>
    </p:spTree>
    <p:extLst>
      <p:ext uri="{BB962C8B-B14F-4D97-AF65-F5344CB8AC3E}">
        <p14:creationId xmlns:p14="http://schemas.microsoft.com/office/powerpoint/2010/main" val="4134370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D1B63-9D6A-6F82-7F29-C3537D83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BBCEF-B525-5AC7-E1D5-84F79A99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添加对象池  敌人移动降频 哈希网格分离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EAD26E-FEE0-29C0-BE55-D1AAAEBE1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" y="1809750"/>
            <a:ext cx="109061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5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689</Words>
  <Application>Microsoft Office PowerPoint</Application>
  <PresentationFormat>宽屏</PresentationFormat>
  <Paragraphs>81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4.3</vt:lpstr>
      <vt:lpstr>4.5</vt:lpstr>
      <vt:lpstr>4.7</vt:lpstr>
      <vt:lpstr>4.8</vt:lpstr>
      <vt:lpstr>4.9</vt:lpstr>
      <vt:lpstr>4.15</vt:lpstr>
      <vt:lpstr>4.21</vt:lpstr>
      <vt:lpstr>4.25</vt:lpstr>
      <vt:lpstr>4.27-28</vt:lpstr>
      <vt:lpstr>5.7</vt:lpstr>
      <vt:lpstr>5.12</vt:lpstr>
      <vt:lpstr>5.15</vt:lpstr>
      <vt:lpstr>5.17</vt:lpstr>
      <vt:lpstr>5.18</vt:lpstr>
      <vt:lpstr>5.21</vt:lpstr>
      <vt:lpstr>5.25</vt:lpstr>
      <vt:lpstr>5.28</vt:lpstr>
      <vt:lpstr>5.29</vt:lpstr>
      <vt:lpstr>6.1</vt:lpstr>
      <vt:lpstr>6.7</vt:lpstr>
      <vt:lpstr>9.15</vt:lpstr>
      <vt:lpstr>9.23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Huang</dc:creator>
  <cp:lastModifiedBy>Ethan Huang</cp:lastModifiedBy>
  <cp:revision>61</cp:revision>
  <dcterms:created xsi:type="dcterms:W3CDTF">2026-04-03T08:10:43Z</dcterms:created>
  <dcterms:modified xsi:type="dcterms:W3CDTF">2026-09-23T15:38:53Z</dcterms:modified>
</cp:coreProperties>
</file>